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new Ricoman website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What's changed &amp; why it matters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In one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The new ricoman.com isn't just a redesign — it's built natively in WordPress</a:t>
            </a:r>
          </a:p>
          <a:p>
            <a:pPr>
              <a:defRPr sz="1800"/>
            </a:pPr>
            <a:r>
              <a:t>• (no slow page‑builder), fixes years of hidden technical debt, gives the team</a:t>
            </a:r>
          </a:p>
          <a:p>
            <a:pPr>
              <a:defRPr sz="1800"/>
            </a:pPr>
            <a:r>
              <a:t>• self‑serve control of products and pages, and adds lead‑capture, SEO and</a:t>
            </a:r>
          </a:p>
          <a:p>
            <a:pPr>
              <a:defRPr sz="1800"/>
            </a:pPr>
            <a:r>
              <a:t>• specifier tools the old site never had.</a:t>
            </a:r>
          </a:p>
          <a:p>
            <a:pPr>
              <a:defRPr sz="1800"/>
            </a:pPr>
            <a:r>
              <a:t>• 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1. It fixes serious hidden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75,911 images in the old library — 69,315 (91%) were exact duplicates, created</a:t>
            </a:r>
          </a:p>
          <a:p>
            <a:pPr>
              <a:defRPr sz="1800"/>
            </a:pPr>
            <a:r>
              <a:t>• by the old WooCommerce variant import (a new copy per variant).</a:t>
            </a:r>
          </a:p>
          <a:p>
            <a:pPr>
              <a:defRPr sz="1800"/>
            </a:pPr>
            <a:r>
              <a:t>• That bloat broke the hosting backups — Plesk backups had been failing since</a:t>
            </a:r>
          </a:p>
          <a:p>
            <a:pPr>
              <a:defRPr sz="1800"/>
            </a:pPr>
            <a:r>
              <a:t>• ~Oct 2025 and ballooned to 248 GB.</a:t>
            </a:r>
          </a:p>
          <a:p>
            <a:pPr>
              <a:defRPr sz="1800"/>
            </a:pPr>
            <a:r>
              <a:t>• The new site is built from a cleaned, de‑duplicated library, so backups work</a:t>
            </a:r>
          </a:p>
          <a:p>
            <a:pPr>
              <a:defRPr sz="1800"/>
            </a:pPr>
            <a:r>
              <a:t>• again and hosting is smaller, cheaper and more reliable.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2. It's faster (and built to stay fast)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Performance features baked in:</a:t>
            </a:r>
          </a:p>
          <a:p>
            <a:pPr>
              <a:defRPr sz="1800"/>
            </a:pPr>
            <a:r>
              <a:t>• No page builder (Elementor removed) — pages render natively.</a:t>
            </a:r>
          </a:p>
          <a:p>
            <a:pPr>
              <a:defRPr sz="1800"/>
            </a:pPr>
            <a:r>
              <a:t>• WebP images, lazy‑loading, and a graceful image fallback.</a:t>
            </a:r>
          </a:p>
          <a:p>
            <a:pPr>
              <a:defRPr sz="1800"/>
            </a:pPr>
            <a:r>
              <a:t>• Lean product tables — big variant ranges no longer dump thousands of hidden</a:t>
            </a:r>
          </a:p>
          <a:p>
            <a:pPr>
              <a:defRPr sz="1800"/>
            </a:pPr>
            <a:r>
              <a:t>• rows into the page.</a:t>
            </a:r>
          </a:p>
          <a:p>
            <a:pPr>
              <a:defRPr sz="1800"/>
            </a:pPr>
            <a:r>
              <a:t>• Caching + auto cache‑clearing on deploy.</a:t>
            </a:r>
          </a:p>
          <a:p>
            <a:pPr>
              <a:defRPr sz="1800"/>
            </a:pPr>
            <a:r>
              <a:t>• [MEASURE] on launch day: run the homepage, a category and a product page through</a:t>
            </a:r>
          </a:p>
          <a:p>
            <a:pPr>
              <a:defRPr sz="1800"/>
            </a:pPr>
            <a:r>
              <a:t>• Google PageSpeed Insights (pagespeed.web.dev). Record Mobile + Desktop scores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3. The team can run it themselves (no developer)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Product Page Builder — edit spec/variant tables, choose which columns show,</a:t>
            </a:r>
          </a:p>
          <a:p>
            <a:pPr>
              <a:defRPr sz="1800"/>
            </a:pPr>
            <a:r>
              <a:t>• toggle which filters appear, drop content blocks in — live preview.</a:t>
            </a:r>
          </a:p>
          <a:p>
            <a:pPr>
              <a:defRPr sz="1800"/>
            </a:pPr>
            <a:r>
              <a:t>• Configure families — one configurable table across a whole range (e.g. all</a:t>
            </a:r>
          </a:p>
          <a:p>
            <a:pPr>
              <a:defRPr sz="1800"/>
            </a:pPr>
            <a:r>
              <a:t>• Estrella apertures) with a Type filter.</a:t>
            </a:r>
          </a:p>
          <a:p>
            <a:pPr>
              <a:defRPr sz="1800"/>
            </a:pPr>
            <a:r>
              <a:t>• Colour finishes manager — manage the colour chips on each product image.</a:t>
            </a:r>
          </a:p>
          <a:p>
            <a:pPr>
              <a:defRPr sz="1800"/>
            </a:pPr>
            <a:r>
              <a:t>• Editable patterns — homepage, About, feature pages all editable as blocks.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4. It generates leads (the old site didn't)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Download gate — datasheets/instructions captured behind name + email + type.</a:t>
            </a:r>
          </a:p>
          <a:p>
            <a:pPr>
              <a:defRPr sz="1800"/>
            </a:pPr>
            <a:r>
              <a:t>• BIM / Revit request, enquiry form, newsletter, callback request —</a:t>
            </a:r>
          </a:p>
          <a:p>
            <a:pPr>
              <a:defRPr sz="1800"/>
            </a:pPr>
            <a:r>
              <a:t>• all log to one Leads CRM with status tracking + Google Sheets sync.</a:t>
            </a:r>
          </a:p>
          <a:p>
            <a:pPr>
              <a:defRPr sz="1800"/>
            </a:pPr>
            <a:r>
              <a:t>• Accounts + "My Project" — customers save products into named projects and</a:t>
            </a:r>
          </a:p>
          <a:p>
            <a:pPr>
              <a:defRPr sz="1800"/>
            </a:pPr>
            <a:r>
              <a:t>• download a project pack ZIP of all the docs.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5. It's built for specifiers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Spec filtering on category pages — filter by lumens, wattage (and</a:t>
            </a:r>
          </a:p>
          <a:p>
            <a:pPr>
              <a:defRPr sz="1800"/>
            </a:pPr>
            <a:r>
              <a:t>• cut‑out size on downlights), pulled from the real variant data.</a:t>
            </a:r>
          </a:p>
          <a:p>
            <a:pPr>
              <a:defRPr sz="1800"/>
            </a:pPr>
            <a:r>
              <a:t>• Breadcrumbs on products (the old site's were broken) + breadcrumb schema.</a:t>
            </a:r>
          </a:p>
          <a:p>
            <a:pPr>
              <a:defRPr sz="1800"/>
            </a:pPr>
            <a:r>
              <a:t>• Configure / order‑code tables, datasheets, IES‑LDT and BIM for spec packs.</a:t>
            </a:r>
          </a:p>
          <a:p>
            <a:pPr>
              <a:defRPr sz="1800"/>
            </a:pPr>
            <a:r>
              <a:t>• Flow+ designer tool for curved linear runs.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6. SEO is built 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Per‑page titles, meta descriptions, focus keyphrases (auto‑seeded, editable).</a:t>
            </a:r>
          </a:p>
          <a:p>
            <a:pPr>
              <a:defRPr sz="1800"/>
            </a:pPr>
            <a:r>
              <a:t>• Full schema (Organisation, LocalBusiness, Product, Article, FAQ, Breadcrumb).</a:t>
            </a:r>
          </a:p>
          <a:p>
            <a:pPr>
              <a:defRPr sz="1800"/>
            </a:pPr>
            <a:r>
              <a:t>• Auto internal linking — news/projects auto‑link to product/category/sector</a:t>
            </a:r>
          </a:p>
          <a:p>
            <a:pPr>
              <a:defRPr sz="1800"/>
            </a:pPr>
            <a:r>
              <a:t>• pages (backlinks for SEO + conversion); news auto‑tags by Topic.</a:t>
            </a:r>
          </a:p>
          <a:p>
            <a:pPr>
              <a:defRPr sz="1800"/>
            </a:pPr>
            <a:r>
              <a:t>• Editable category landing copy (intro + FAQ) for keyword‑rich pages.</a:t>
            </a:r>
          </a:p>
          <a:p>
            <a:pPr>
              <a:defRPr sz="1800"/>
            </a:pPr>
            <a:r>
              <a:t>• 301 redirect manager + 404 watch to protect rankings at launch.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7. Richer content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News with topics, byline (writer/role/contributor) and key‑takeaway boxes.</a:t>
            </a:r>
          </a:p>
          <a:p>
            <a:pPr>
              <a:defRPr sz="1800"/>
            </a:pPr>
            <a:r>
              <a:t>• Projects with sector hubs and specification‑consultant (SPC) profile pages.</a:t>
            </a:r>
          </a:p>
          <a:p>
            <a:pPr>
              <a:defRPr sz="1800"/>
            </a:pPr>
            <a:r>
              <a:t>• Team profiles — staff pages (photo, role, contact, bio) that list everything</a:t>
            </a:r>
          </a:p>
          <a:p>
            <a:pPr>
              <a:defRPr sz="1800"/>
            </a:pPr>
            <a:r>
              <a:t>• they're tagged on.</a:t>
            </a:r>
          </a:p>
          <a:p>
            <a:pPr>
              <a:defRPr sz="1800"/>
            </a:pPr>
            <a:r>
              <a:t>• Feature/landing pages — Casambi, Human Centric, Antimicrobial, Fire Safety,</a:t>
            </a:r>
          </a:p>
          <a:p>
            <a:pPr>
              <a:defRPr sz="1800"/>
            </a:pPr>
            <a:r>
              <a:t>• Sustainability, Made in Britain, Trade, Where to Buy.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8. Safe, simple publishing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Content → edit live with Draft → Preview → Publish.</a:t>
            </a:r>
          </a:p>
          <a:p>
            <a:pPr>
              <a:defRPr sz="1800"/>
            </a:pPr>
            <a:r>
              <a:t>• Features → built on staging, then a deliberate 🚀 Push to Live sign‑off</a:t>
            </a:r>
          </a:p>
          <a:p>
            <a:pPr>
              <a:defRPr sz="1800"/>
            </a:pPr>
            <a:r>
              <a:t>• (type PUBLISH). Live customer data is never overwritten.</a:t>
            </a:r>
          </a:p>
          <a:p>
            <a:pPr>
              <a:defRPr sz="1800"/>
            </a:pPr>
            <a:r>
              <a:t>• Caches clear automatically; no Plesk needed for day‑to‑day.</a:t>
            </a:r>
          </a:p>
          <a:p>
            <a:pPr>
              <a:defRPr sz="1800"/>
            </a:pPr>
            <a:r>
              <a:t>• ---</a:t>
            </a:r>
          </a:p>
          <a:p>
            <a:pPr>
              <a:defRPr sz="1800"/>
            </a:pPr>
            <a:r>
              <a:t>• Reliability: backups fixed; storage cut dramatically.</a:t>
            </a:r>
          </a:p>
          <a:p>
            <a:pPr>
              <a:defRPr sz="1800"/>
            </a:pPr>
            <a:r>
              <a:t>• Cost: smaller, faster hosting; no page‑builder licences.</a:t>
            </a:r>
          </a:p>
          <a:p>
            <a:pPr>
              <a:defRPr sz="1800"/>
            </a:pPr>
            <a:r>
              <a:t>• Growth: lead capture + SEO the old site lacked.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